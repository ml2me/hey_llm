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SB Sans Text"/>
      <p:regular r:id="rId201314"/>
    </p:embeddedFont>
    <p:embeddedFont>
      <p:font typeface="SB Sans Display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t.me/ml2me" TargetMode="External"/><Relationship Id="rId3" Type="http://schemas.openxmlformats.org/officeDocument/2006/relationships/hyperlink" Target="https://t.me/Qz333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l2me/hey_llm" TargetMode="External"/><Relationship Id="rId1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-app.sberdevices.ru/misc/0.0.0/assets/gigachat-web/1247d427_Image-Element_(2).png">    </p:cNvPr>
          <p:cNvPicPr>
            <a:picLocks noChangeAspect="1"/>
          </p:cNvPicPr>
          <p:nvPr/>
        </p:nvPicPr>
        <p:blipFill>
          <a:blip r:embed="rId1"/>
          <a:srcRect l="164" r="164" t="0" b="0"/>
          <a:stretch/>
        </p:blipFill>
        <p:spPr>
          <a:xfrm>
            <a:off x="0" y="2623185"/>
            <a:ext cx="9144000" cy="24819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172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100" b="1" spc="120" kern="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Эй, БЯМ (hey_llm)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914400" y="1594485"/>
            <a:ext cx="539496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Модульный голосовой ассистент, который работает локально и собирается как конструктор под ваши задачи.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2931795"/>
            <a:ext cx="7863840" cy="1954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Тип проекта: исследовательский (для опыта) / прототип open-source продукта.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Статус: идея.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Команда: ML2ME ( </a:t>
            </a:r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u="sng" spc="-30" kern="0" dirty="0">
                <a:solidFill>
                  <a:srgbClr val="2B2BEE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  <a:hlinkClick r:id="rId2" invalidUrl="" action="" tgtFrame="" tooltip="https://t.me/ml2m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https://t.me/ml2me</a:t>
            </a:r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)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Участник: Громов Ваня ( </a:t>
            </a:r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u="sng" spc="-30" kern="0" dirty="0">
                <a:solidFill>
                  <a:srgbClr val="2B2BEE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  <a:hlinkClick r:id="rId3" invalidUrl="" action="" tgtFrame="" tooltip="https://t.me/Qz3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https://t.me/Qz333</a:t>
            </a:r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aa7e6-0a33-76d0-a18e-aa4e4a7d4844/019d1b10-60ee-79be-90fe-0aaffd49462f.jpg">    </p:cNvPr>
          <p:cNvPicPr>
            <a:picLocks noChangeAspect="1"/>
          </p:cNvPicPr>
          <p:nvPr/>
        </p:nvPicPr>
        <p:blipFill>
          <a:blip r:embed="rId1"/>
          <a:srcRect l="13674" r="13674" t="0" b="0"/>
          <a:stretch/>
        </p:blipFill>
        <p:spPr>
          <a:xfrm>
            <a:off x="4572000" y="1543050"/>
            <a:ext cx="4245429" cy="3339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spc="-40" kern="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Проблема: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65760" y="1594485"/>
            <a:ext cx="393192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Управление своими сценариями голосом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Доступ к личной и финансовой информации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Выбор из готовых решений vs своё решение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spc="-40" kern="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Решение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720090"/>
            <a:ext cx="8321040" cy="4063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Модульный ассистент, который можно развернуть на своём сервере и управлять им голосом с Android-смартфона.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Компоненты: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детектор команды пробуждения,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распознавание речи,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LLM,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синтез речи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Система построена как набор независимых навыков: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учитель,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суммаризатор,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чтец книг (иногда бывает, что некоторые книги не записаны в аудиоформате)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spc="-40" kern="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Технические моменты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874395"/>
            <a:ext cx="8321040" cy="3909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Wake-word (команда пробуждения) = «Эй, БЯМ»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baseline: Porcupine (от Picovoice) – модель, способная работать на Android в реальном времени.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Распознавание речи (ASR)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baseline: Vosk или Whisper (локальная версия)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LLM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baseline: API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или qwen3.5:9b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Память учителя: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baseline: txt c фактами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на будущее: RAG с векторной базой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aa7e6-0a33-76d0-a18e-aa4e4a7d4844/019d1b10-2ce7-7a12-8e37-b9f699ab11ca.jpg">    </p:cNvPr>
          <p:cNvPicPr>
            <a:picLocks noChangeAspect="1"/>
          </p:cNvPicPr>
          <p:nvPr/>
        </p:nvPicPr>
        <p:blipFill>
          <a:blip r:embed="rId1"/>
          <a:srcRect l="9496" r="9496" t="0" b="0"/>
          <a:stretch/>
        </p:blipFill>
        <p:spPr>
          <a:xfrm>
            <a:off x="6766560" y="257175"/>
            <a:ext cx="2139043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spc="-40" kern="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Реализация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65760" y="771525"/>
            <a:ext cx="3931920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Текущий статус: Идея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Презентация на защите 24 марта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MVP одного навыка после практической части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0045"/>
            <a:ext cx="5852160" cy="3600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100" b="1" spc="120" kern="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Пользовательский сценарий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57200" y="1337310"/>
            <a:ext cx="8321040" cy="3651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Пользователь запускает Android-приложение и оставляет телефон рядом.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Произносит: «Эй, БЯМ, что такое Byte-Pair Encoding».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Приложение детектирует wake-word, открывает стрим аудио на сервер.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Сервер распознаёт речь, передаёт текст LLM.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LLM отправляет в телеграмм ответ / зачитывает в слух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Также это идентифицируется как образовательный запрос и ложится в Cron и с периодичностью (согласно теории забывания) отправляется в телеграм вопрос и «заблюреный» ответ (+ кнопки «забыть» и «повторять»)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aa7e6-0a33-76d0-a18e-aa4e4a7d4844/019d1b10-2ab2-701e-af70-fecd981aa4c6.jpg">    </p:cNvPr>
          <p:cNvPicPr>
            <a:picLocks noChangeAspect="1"/>
          </p:cNvPicPr>
          <p:nvPr/>
        </p:nvPicPr>
        <p:blipFill>
          <a:blip r:embed="rId1"/>
          <a:srcRect l="13674" r="13674" t="0" b="0"/>
          <a:stretch/>
        </p:blipFill>
        <p:spPr>
          <a:xfrm>
            <a:off x="4572000" y="1543050"/>
            <a:ext cx="4245429" cy="3339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spc="-40" kern="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Безопасность и ограничения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65760" y="1594485"/>
            <a:ext cx="3931920" cy="3394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Стоимость реализации может увеличиться из-за непредвиденных расходов.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Сложность интеграции решений может потребовать перехода к готовым решениям.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Производительность обеспечивается через API на первом этапе.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Качество распознавания речи может снижаться в шумной обстановке.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aa7e6-0a33-76d0-a18e-aa4e4a7d4844/019d1b10-2fbc-7f04-9187-450296d10a08.jpg">    </p:cNvPr>
          <p:cNvPicPr>
            <a:picLocks noChangeAspect="1"/>
          </p:cNvPicPr>
          <p:nvPr/>
        </p:nvPicPr>
        <p:blipFill>
          <a:blip r:embed="rId1"/>
          <a:srcRect l="9496" r="9496" t="0" b="0"/>
          <a:stretch/>
        </p:blipFill>
        <p:spPr>
          <a:xfrm>
            <a:off x="6949440" y="0"/>
            <a:ext cx="2139043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spc="-40" kern="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Дальнейшее развитие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57200" y="3240405"/>
            <a:ext cx="4663440" cy="771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Репозиторий: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u="sng" spc="-30" kern="0" dirty="0">
                <a:solidFill>
                  <a:srgbClr val="2B2BEE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  <a:hlinkClick r:id="rId2" invalidUrl="" action="" tgtFrame="" tooltip="https://github.com/ml2me/hey_ll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https://github.com/ml2me/hey_llm</a:t>
            </a:r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pPr indent="0" marL="0">
              <a:lnSpc>
                <a:spcPts val="2080"/>
              </a:lnSpc>
              <a:buNone/>
            </a:pPr>
            <a:endParaRPr lang="en-US" sz="1300" dirty="0"/>
          </a:p>
          <a:p>
            <a:pPr indent="0" marL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(пока пусто, будет наполняться в практической части)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977265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Поддержка умного дома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RAG по личным данным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Балансировщик между API и локальным инференсом</a:t>
            </a:r>
            <a:endParaRPr lang="en-US" sz="13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300" spc="-30" kern="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Мультиагентные сценарии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aa7e6-0a33-76d0-a18e-aa4e4a7d4844/019d1b0f-efcc-71f9-8cf3-f90abb7b6cc4.jpg">    </p:cNvPr>
          <p:cNvPicPr>
            <a:picLocks noChangeAspect="1"/>
          </p:cNvPicPr>
          <p:nvPr/>
        </p:nvPicPr>
        <p:blipFill>
          <a:blip r:embed="rId1"/>
          <a:srcRect l="0" r="0" t="17568" b="17568"/>
          <a:stretch/>
        </p:blipFill>
        <p:spPr>
          <a:xfrm>
            <a:off x="4572000" y="0"/>
            <a:ext cx="4531179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874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3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100" b="1" spc="120" kern="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Спасибо за внимание!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2026-03-23T18:41:05Z</dcterms:created>
  <dcterms:modified xsi:type="dcterms:W3CDTF">2026-03-23T18:41:05Z</dcterms:modified>
</cp:coreProperties>
</file>